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B6F802-407B-4FE7-9025-350E7C46D556}" v="37" dt="2026-02-05T21:31:59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Menezes" userId="772ba89cb8294a45" providerId="LiveId" clId="{692EBFBC-5031-428B-A8C8-025FC8EBEFCE}"/>
    <pc:docChg chg="custSel addSld delSld modSld">
      <pc:chgData name="Luke Menezes" userId="772ba89cb8294a45" providerId="LiveId" clId="{692EBFBC-5031-428B-A8C8-025FC8EBEFCE}" dt="2026-02-05T21:33:17.420" v="710"/>
      <pc:docMkLst>
        <pc:docMk/>
      </pc:docMkLst>
      <pc:sldChg chg="addSp delSp modSp new del mod">
        <pc:chgData name="Luke Menezes" userId="772ba89cb8294a45" providerId="LiveId" clId="{692EBFBC-5031-428B-A8C8-025FC8EBEFCE}" dt="2026-02-05T21:29:38.713" v="701" actId="47"/>
        <pc:sldMkLst>
          <pc:docMk/>
          <pc:sldMk cId="2621669581" sldId="256"/>
        </pc:sldMkLst>
        <pc:spChg chg="del">
          <ac:chgData name="Luke Menezes" userId="772ba89cb8294a45" providerId="LiveId" clId="{692EBFBC-5031-428B-A8C8-025FC8EBEFCE}" dt="2026-02-05T18:11:19.274" v="2" actId="478"/>
          <ac:spMkLst>
            <pc:docMk/>
            <pc:sldMk cId="2621669581" sldId="256"/>
            <ac:spMk id="2" creationId="{CFC2F2EE-91AD-9496-D861-D85DD4E0B345}"/>
          </ac:spMkLst>
        </pc:spChg>
        <pc:spChg chg="del">
          <ac:chgData name="Luke Menezes" userId="772ba89cb8294a45" providerId="LiveId" clId="{692EBFBC-5031-428B-A8C8-025FC8EBEFCE}" dt="2026-02-05T18:11:20.820" v="3" actId="478"/>
          <ac:spMkLst>
            <pc:docMk/>
            <pc:sldMk cId="2621669581" sldId="256"/>
            <ac:spMk id="3" creationId="{77FC2CC0-A8C6-D041-8362-462A2CA4DFBE}"/>
          </ac:spMkLst>
        </pc:spChg>
        <pc:spChg chg="add mod">
          <ac:chgData name="Luke Menezes" userId="772ba89cb8294a45" providerId="LiveId" clId="{692EBFBC-5031-428B-A8C8-025FC8EBEFCE}" dt="2026-02-05T18:13:12.136" v="35" actId="1076"/>
          <ac:spMkLst>
            <pc:docMk/>
            <pc:sldMk cId="2621669581" sldId="256"/>
            <ac:spMk id="4" creationId="{25D6340F-0950-C8DD-6B53-A2B75346A933}"/>
          </ac:spMkLst>
        </pc:spChg>
        <pc:spChg chg="add mod">
          <ac:chgData name="Luke Menezes" userId="772ba89cb8294a45" providerId="LiveId" clId="{692EBFBC-5031-428B-A8C8-025FC8EBEFCE}" dt="2026-02-05T18:11:17.132" v="1"/>
          <ac:spMkLst>
            <pc:docMk/>
            <pc:sldMk cId="2621669581" sldId="256"/>
            <ac:spMk id="5" creationId="{2803556F-1762-5EB6-A15D-D650924E64EC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6" creationId="{92625059-4C85-C0C4-7F9F-EA1817AF8C16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7" creationId="{E18CEF72-6D4D-1BA0-ADAF-9D433ADE4C7E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10" creationId="{F57B27B2-37DF-1395-7AC8-878B5DC595E9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11" creationId="{0A3537F3-72DF-B1BD-0E65-9DF9F51D124D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20" creationId="{9D0648B9-5945-BF27-E79D-CF40A9EF90CA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23" creationId="{3DAE33E9-F498-323E-34D2-9FC8A43CF4EF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24" creationId="{9393FC90-CE5F-347E-6638-E5387A6C5481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29" creationId="{BD65C78F-D6D4-F8B1-183B-E5DC2231A098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48" creationId="{F2B007B2-1D83-6F71-C166-6FFA99ED2C96}"/>
          </ac:spMkLst>
        </pc:spChg>
        <pc:spChg chg="add mod">
          <ac:chgData name="Luke Menezes" userId="772ba89cb8294a45" providerId="LiveId" clId="{692EBFBC-5031-428B-A8C8-025FC8EBEFCE}" dt="2026-02-05T21:18:24.376" v="445" actId="1076"/>
          <ac:spMkLst>
            <pc:docMk/>
            <pc:sldMk cId="2621669581" sldId="256"/>
            <ac:spMk id="51" creationId="{C25389DA-34F9-ADB0-5562-7670FBD1F317}"/>
          </ac:spMkLst>
        </pc:spChg>
        <pc:spChg chg="add mod ord">
          <ac:chgData name="Luke Menezes" userId="772ba89cb8294a45" providerId="LiveId" clId="{692EBFBC-5031-428B-A8C8-025FC8EBEFCE}" dt="2026-02-05T21:20:14.418" v="546" actId="14100"/>
          <ac:spMkLst>
            <pc:docMk/>
            <pc:sldMk cId="2621669581" sldId="256"/>
            <ac:spMk id="52" creationId="{49EADC6D-D803-0864-DC06-DD3A1FE82988}"/>
          </ac:spMkLst>
        </pc:spChg>
        <pc:spChg chg="add mod">
          <ac:chgData name="Luke Menezes" userId="772ba89cb8294a45" providerId="LiveId" clId="{692EBFBC-5031-428B-A8C8-025FC8EBEFCE}" dt="2026-02-05T21:20:17.779" v="547" actId="1076"/>
          <ac:spMkLst>
            <pc:docMk/>
            <pc:sldMk cId="2621669581" sldId="256"/>
            <ac:spMk id="53" creationId="{46C2019A-AE89-4780-4C22-1F39657AF596}"/>
          </ac:spMkLst>
        </pc:spChg>
        <pc:picChg chg="add mod">
          <ac:chgData name="Luke Menezes" userId="772ba89cb8294a45" providerId="LiveId" clId="{692EBFBC-5031-428B-A8C8-025FC8EBEFCE}" dt="2026-02-05T18:18:48.590" v="224" actId="1076"/>
          <ac:picMkLst>
            <pc:docMk/>
            <pc:sldMk cId="2621669581" sldId="256"/>
            <ac:picMk id="9" creationId="{8F7A4733-D45F-85A5-C149-AF0960CB4D8B}"/>
          </ac:picMkLst>
        </pc:picChg>
        <pc:picChg chg="add mod">
          <ac:chgData name="Luke Menezes" userId="772ba89cb8294a45" providerId="LiveId" clId="{692EBFBC-5031-428B-A8C8-025FC8EBEFCE}" dt="2026-02-05T18:24:31.277" v="294" actId="1076"/>
          <ac:picMkLst>
            <pc:docMk/>
            <pc:sldMk cId="2621669581" sldId="256"/>
            <ac:picMk id="18" creationId="{ECEC862B-538C-ACE0-27C7-C7E9893C0D04}"/>
          </ac:picMkLst>
        </pc:picChg>
        <pc:picChg chg="add mod">
          <ac:chgData name="Luke Menezes" userId="772ba89cb8294a45" providerId="LiveId" clId="{692EBFBC-5031-428B-A8C8-025FC8EBEFCE}" dt="2026-02-05T18:22:13.472" v="256" actId="1076"/>
          <ac:picMkLst>
            <pc:docMk/>
            <pc:sldMk cId="2621669581" sldId="256"/>
            <ac:picMk id="19" creationId="{FCE80453-BE55-22F3-B0D2-E0B7EF0A6444}"/>
          </ac:picMkLst>
        </pc:picChg>
        <pc:picChg chg="add del mod">
          <ac:chgData name="Luke Menezes" userId="772ba89cb8294a45" providerId="LiveId" clId="{692EBFBC-5031-428B-A8C8-025FC8EBEFCE}" dt="2026-02-05T18:23:07.203" v="274" actId="478"/>
          <ac:picMkLst>
            <pc:docMk/>
            <pc:sldMk cId="2621669581" sldId="256"/>
            <ac:picMk id="22" creationId="{1CCB201A-38C6-45C0-EA6F-B0EC18D86398}"/>
          </ac:picMkLst>
        </pc:picChg>
        <pc:picChg chg="add mod">
          <ac:chgData name="Luke Menezes" userId="772ba89cb8294a45" providerId="LiveId" clId="{692EBFBC-5031-428B-A8C8-025FC8EBEFCE}" dt="2026-02-05T18:25:18.192" v="316" actId="1076"/>
          <ac:picMkLst>
            <pc:docMk/>
            <pc:sldMk cId="2621669581" sldId="256"/>
            <ac:picMk id="30" creationId="{812F593D-EEC3-4C0C-F852-7C4C4185F195}"/>
          </ac:picMkLst>
        </pc:picChg>
        <pc:picChg chg="add mod">
          <ac:chgData name="Luke Menezes" userId="772ba89cb8294a45" providerId="LiveId" clId="{692EBFBC-5031-428B-A8C8-025FC8EBEFCE}" dt="2026-02-05T18:33:19.133" v="381" actId="1076"/>
          <ac:picMkLst>
            <pc:docMk/>
            <pc:sldMk cId="2621669581" sldId="256"/>
            <ac:picMk id="50" creationId="{110065EC-3090-35B7-FDB9-C613E2DE7518}"/>
          </ac:picMkLst>
        </pc:picChg>
        <pc:picChg chg="add del mod">
          <ac:chgData name="Luke Menezes" userId="772ba89cb8294a45" providerId="LiveId" clId="{692EBFBC-5031-428B-A8C8-025FC8EBEFCE}" dt="2026-02-05T21:21:22.984" v="551" actId="478"/>
          <ac:picMkLst>
            <pc:docMk/>
            <pc:sldMk cId="2621669581" sldId="256"/>
            <ac:picMk id="55" creationId="{A6B24AC3-9AA8-AF9D-1002-3911B264C2F7}"/>
          </ac:picMkLst>
        </pc:picChg>
        <pc:cxnChg chg="add mod">
          <ac:chgData name="Luke Menezes" userId="772ba89cb8294a45" providerId="LiveId" clId="{692EBFBC-5031-428B-A8C8-025FC8EBEFCE}" dt="2026-02-05T18:20:17.763" v="244" actId="1582"/>
          <ac:cxnSpMkLst>
            <pc:docMk/>
            <pc:sldMk cId="2621669581" sldId="256"/>
            <ac:cxnSpMk id="13" creationId="{D75C5B89-A0D0-AF14-7DF9-C216F973B423}"/>
          </ac:cxnSpMkLst>
        </pc:cxnChg>
        <pc:cxnChg chg="add mod">
          <ac:chgData name="Luke Menezes" userId="772ba89cb8294a45" providerId="LiveId" clId="{692EBFBC-5031-428B-A8C8-025FC8EBEFCE}" dt="2026-02-05T18:20:24.743" v="246" actId="1076"/>
          <ac:cxnSpMkLst>
            <pc:docMk/>
            <pc:sldMk cId="2621669581" sldId="256"/>
            <ac:cxnSpMk id="14" creationId="{96F69E6B-A9F0-758A-409A-E9924FC6DA0A}"/>
          </ac:cxnSpMkLst>
        </pc:cxnChg>
        <pc:cxnChg chg="add mod">
          <ac:chgData name="Luke Menezes" userId="772ba89cb8294a45" providerId="LiveId" clId="{692EBFBC-5031-428B-A8C8-025FC8EBEFCE}" dt="2026-02-05T18:20:54.266" v="251" actId="14100"/>
          <ac:cxnSpMkLst>
            <pc:docMk/>
            <pc:sldMk cId="2621669581" sldId="256"/>
            <ac:cxnSpMk id="15" creationId="{BA0BFC53-8C85-AFD0-02A7-A8CFCD3C2920}"/>
          </ac:cxnSpMkLst>
        </pc:cxnChg>
        <pc:cxnChg chg="add mod">
          <ac:chgData name="Luke Menezes" userId="772ba89cb8294a45" providerId="LiveId" clId="{692EBFBC-5031-428B-A8C8-025FC8EBEFCE}" dt="2026-02-05T18:24:40.015" v="298" actId="1076"/>
          <ac:cxnSpMkLst>
            <pc:docMk/>
            <pc:sldMk cId="2621669581" sldId="256"/>
            <ac:cxnSpMk id="25" creationId="{161C4ACA-02EC-D106-C546-8790EA1D5669}"/>
          </ac:cxnSpMkLst>
        </pc:cxnChg>
        <pc:cxnChg chg="add mod">
          <ac:chgData name="Luke Menezes" userId="772ba89cb8294a45" providerId="LiveId" clId="{692EBFBC-5031-428B-A8C8-025FC8EBEFCE}" dt="2026-02-05T18:24:56.306" v="301" actId="14100"/>
          <ac:cxnSpMkLst>
            <pc:docMk/>
            <pc:sldMk cId="2621669581" sldId="256"/>
            <ac:cxnSpMk id="27" creationId="{8F10DBFE-C1DD-8184-9162-B25A93D43B0B}"/>
          </ac:cxnSpMkLst>
        </pc:cxnChg>
        <pc:cxnChg chg="add mod">
          <ac:chgData name="Luke Menezes" userId="772ba89cb8294a45" providerId="LiveId" clId="{692EBFBC-5031-428B-A8C8-025FC8EBEFCE}" dt="2026-02-05T18:27:30.459" v="366" actId="14100"/>
          <ac:cxnSpMkLst>
            <pc:docMk/>
            <pc:sldMk cId="2621669581" sldId="256"/>
            <ac:cxnSpMk id="31" creationId="{C4B43BAD-7379-9672-429C-9F9696E924C9}"/>
          </ac:cxnSpMkLst>
        </pc:cxnChg>
        <pc:cxnChg chg="add del mod">
          <ac:chgData name="Luke Menezes" userId="772ba89cb8294a45" providerId="LiveId" clId="{692EBFBC-5031-428B-A8C8-025FC8EBEFCE}" dt="2026-02-05T18:26:03.543" v="327" actId="478"/>
          <ac:cxnSpMkLst>
            <pc:docMk/>
            <pc:sldMk cId="2621669581" sldId="256"/>
            <ac:cxnSpMk id="34" creationId="{39C7C935-7ADC-CB5B-F72E-B03EA2A3D625}"/>
          </ac:cxnSpMkLst>
        </pc:cxnChg>
        <pc:cxnChg chg="add mod">
          <ac:chgData name="Luke Menezes" userId="772ba89cb8294a45" providerId="LiveId" clId="{692EBFBC-5031-428B-A8C8-025FC8EBEFCE}" dt="2026-02-05T18:26:12.605" v="331" actId="1076"/>
          <ac:cxnSpMkLst>
            <pc:docMk/>
            <pc:sldMk cId="2621669581" sldId="256"/>
            <ac:cxnSpMk id="39" creationId="{E37BF77A-B398-BEDB-6C02-6BDF6AA9E93E}"/>
          </ac:cxnSpMkLst>
        </pc:cxnChg>
        <pc:cxnChg chg="add mod">
          <ac:chgData name="Luke Menezes" userId="772ba89cb8294a45" providerId="LiveId" clId="{692EBFBC-5031-428B-A8C8-025FC8EBEFCE}" dt="2026-02-05T18:26:37.955" v="341" actId="1036"/>
          <ac:cxnSpMkLst>
            <pc:docMk/>
            <pc:sldMk cId="2621669581" sldId="256"/>
            <ac:cxnSpMk id="42" creationId="{44E8210F-875A-0432-DEE9-4CDCC6665A7C}"/>
          </ac:cxnSpMkLst>
        </pc:cxnChg>
        <pc:cxnChg chg="add mod">
          <ac:chgData name="Luke Menezes" userId="772ba89cb8294a45" providerId="LiveId" clId="{692EBFBC-5031-428B-A8C8-025FC8EBEFCE}" dt="2026-02-05T18:26:51.263" v="350" actId="1037"/>
          <ac:cxnSpMkLst>
            <pc:docMk/>
            <pc:sldMk cId="2621669581" sldId="256"/>
            <ac:cxnSpMk id="43" creationId="{118D9707-863F-75C3-1084-7D2A88F8AFD4}"/>
          </ac:cxnSpMkLst>
        </pc:cxnChg>
        <pc:cxnChg chg="add mod">
          <ac:chgData name="Luke Menezes" userId="772ba89cb8294a45" providerId="LiveId" clId="{692EBFBC-5031-428B-A8C8-025FC8EBEFCE}" dt="2026-02-05T18:28:07.208" v="370" actId="14100"/>
          <ac:cxnSpMkLst>
            <pc:docMk/>
            <pc:sldMk cId="2621669581" sldId="256"/>
            <ac:cxnSpMk id="46" creationId="{8BDFA182-522E-8CF6-A43D-57BB0041731C}"/>
          </ac:cxnSpMkLst>
        </pc:cxnChg>
      </pc:sldChg>
      <pc:sldChg chg="addSp delSp modSp add mod addAnim delAnim modAnim">
        <pc:chgData name="Luke Menezes" userId="772ba89cb8294a45" providerId="LiveId" clId="{692EBFBC-5031-428B-A8C8-025FC8EBEFCE}" dt="2026-02-05T21:33:17.420" v="710"/>
        <pc:sldMkLst>
          <pc:docMk/>
          <pc:sldMk cId="2566389466" sldId="257"/>
        </pc:sldMkLst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2" creationId="{B3888715-AE2B-DB5F-83D9-104D375BE2C8}"/>
          </ac:spMkLst>
        </pc:spChg>
        <pc:spChg chg="add mod">
          <ac:chgData name="Luke Menezes" userId="772ba89cb8294a45" providerId="LiveId" clId="{692EBFBC-5031-428B-A8C8-025FC8EBEFCE}" dt="2026-02-05T21:27:47.989" v="684" actId="14100"/>
          <ac:spMkLst>
            <pc:docMk/>
            <pc:sldMk cId="2566389466" sldId="257"/>
            <ac:spMk id="3" creationId="{4B89558D-8DCE-1819-0DF3-B8780591612E}"/>
          </ac:spMkLst>
        </pc:spChg>
        <pc:spChg chg="del mod">
          <ac:chgData name="Luke Menezes" userId="772ba89cb8294a45" providerId="LiveId" clId="{692EBFBC-5031-428B-A8C8-025FC8EBEFCE}" dt="2026-02-05T21:21:35.745" v="556" actId="478"/>
          <ac:spMkLst>
            <pc:docMk/>
            <pc:sldMk cId="2566389466" sldId="257"/>
            <ac:spMk id="6" creationId="{0DDE7B3A-FEA1-6208-71FC-CFD0260CAAA6}"/>
          </ac:spMkLst>
        </pc:spChg>
        <pc:spChg chg="del">
          <ac:chgData name="Luke Menezes" userId="772ba89cb8294a45" providerId="LiveId" clId="{692EBFBC-5031-428B-A8C8-025FC8EBEFCE}" dt="2026-02-05T21:21:37.691" v="558" actId="478"/>
          <ac:spMkLst>
            <pc:docMk/>
            <pc:sldMk cId="2566389466" sldId="257"/>
            <ac:spMk id="7" creationId="{0C626518-1242-04AD-AA03-2E12E44047E1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10" creationId="{DFFE8C81-F154-E6A1-B911-F6E42E0FAD01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11" creationId="{7A614EFF-B2DF-627C-08FF-BC957C5065FB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17" creationId="{75CCC608-F474-1969-8AE1-2965F5E770C9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20" creationId="{F1A4A070-72DB-97D6-71ED-E97FAFB0E391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22" creationId="{42C2EE16-0D47-46BC-0FCB-78BA564AB2E6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23" creationId="{0DFD051E-B811-CD74-FA2A-016ABE399B93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24" creationId="{398A48C8-0288-C2FF-9846-5ACEEC530A91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28" creationId="{2EC9EAB1-42C3-B9BA-A64C-92E9CAF2506A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29" creationId="{99ADDCE3-CB3F-0D14-9933-81B9D44F68EE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32" creationId="{ECF9F37E-58D7-03F4-2A82-398D3CC1A4C7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35" creationId="{B2C32301-3DB9-DB28-015D-9AEFEDAA2AE4}"/>
          </ac:spMkLst>
        </pc:spChg>
        <pc:spChg chg="add del mod">
          <ac:chgData name="Luke Menezes" userId="772ba89cb8294a45" providerId="LiveId" clId="{692EBFBC-5031-428B-A8C8-025FC8EBEFCE}" dt="2026-02-05T21:32:38.480" v="705" actId="478"/>
          <ac:spMkLst>
            <pc:docMk/>
            <pc:sldMk cId="2566389466" sldId="257"/>
            <ac:spMk id="36" creationId="{62F71070-BEC2-1D90-4D44-50F97FF29D8D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37" creationId="{DE0BEFA4-B1B6-D889-6003-BD6CE1F04782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41" creationId="{A1B95DCA-0DA6-3573-52DF-0B909CEBC1B8}"/>
          </ac:spMkLst>
        </pc:spChg>
        <pc:spChg chg="add mod">
          <ac:chgData name="Luke Menezes" userId="772ba89cb8294a45" providerId="LiveId" clId="{692EBFBC-5031-428B-A8C8-025FC8EBEFCE}" dt="2026-02-05T21:29:35.475" v="700" actId="1076"/>
          <ac:spMkLst>
            <pc:docMk/>
            <pc:sldMk cId="2566389466" sldId="257"/>
            <ac:spMk id="47" creationId="{4DD67034-12EC-B126-1918-86B9C3D6C8DB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48" creationId="{D77A634C-5C06-BD0A-7918-316A3BB52624}"/>
          </ac:spMkLst>
        </pc:spChg>
        <pc:spChg chg="del">
          <ac:chgData name="Luke Menezes" userId="772ba89cb8294a45" providerId="LiveId" clId="{692EBFBC-5031-428B-A8C8-025FC8EBEFCE}" dt="2026-02-05T21:21:40.866" v="561" actId="478"/>
          <ac:spMkLst>
            <pc:docMk/>
            <pc:sldMk cId="2566389466" sldId="257"/>
            <ac:spMk id="51" creationId="{A0612F3F-22C7-5884-390C-B768B93851C3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52" creationId="{08F52C19-CA99-2B55-296F-9F3956E6615E}"/>
          </ac:spMkLst>
        </pc:spChg>
        <pc:spChg chg="del">
          <ac:chgData name="Luke Menezes" userId="772ba89cb8294a45" providerId="LiveId" clId="{692EBFBC-5031-428B-A8C8-025FC8EBEFCE}" dt="2026-02-05T21:21:31.116" v="554" actId="478"/>
          <ac:spMkLst>
            <pc:docMk/>
            <pc:sldMk cId="2566389466" sldId="257"/>
            <ac:spMk id="53" creationId="{F1A35C80-F93F-1E34-7D40-640E302A202A}"/>
          </ac:spMkLst>
        </pc:spChg>
        <pc:picChg chg="del">
          <ac:chgData name="Luke Menezes" userId="772ba89cb8294a45" providerId="LiveId" clId="{692EBFBC-5031-428B-A8C8-025FC8EBEFCE}" dt="2026-02-05T21:21:36.445" v="557" actId="478"/>
          <ac:picMkLst>
            <pc:docMk/>
            <pc:sldMk cId="2566389466" sldId="257"/>
            <ac:picMk id="9" creationId="{FC69D4D2-D662-DF0F-E531-D40928033462}"/>
          </ac:picMkLst>
        </pc:picChg>
        <pc:picChg chg="del">
          <ac:chgData name="Luke Menezes" userId="772ba89cb8294a45" providerId="LiveId" clId="{692EBFBC-5031-428B-A8C8-025FC8EBEFCE}" dt="2026-02-05T21:21:43.399" v="563" actId="478"/>
          <ac:picMkLst>
            <pc:docMk/>
            <pc:sldMk cId="2566389466" sldId="257"/>
            <ac:picMk id="18" creationId="{7717EF43-EF94-FE59-F663-DFD191B4F561}"/>
          </ac:picMkLst>
        </pc:picChg>
        <pc:picChg chg="add mod">
          <ac:chgData name="Luke Menezes" userId="772ba89cb8294a45" providerId="LiveId" clId="{692EBFBC-5031-428B-A8C8-025FC8EBEFCE}" dt="2026-02-05T21:23:54.996" v="638" actId="1076"/>
          <ac:picMkLst>
            <pc:docMk/>
            <pc:sldMk cId="2566389466" sldId="257"/>
            <ac:picMk id="21" creationId="{1ADA9D8D-F949-F58F-6B92-FD80ABA07DFE}"/>
          </ac:picMkLst>
        </pc:picChg>
        <pc:picChg chg="add mod">
          <ac:chgData name="Luke Menezes" userId="772ba89cb8294a45" providerId="LiveId" clId="{692EBFBC-5031-428B-A8C8-025FC8EBEFCE}" dt="2026-02-05T21:27:55.315" v="686" actId="1076"/>
          <ac:picMkLst>
            <pc:docMk/>
            <pc:sldMk cId="2566389466" sldId="257"/>
            <ac:picMk id="34" creationId="{4E42EBD3-4C75-15E0-CE4B-A10868E2491B}"/>
          </ac:picMkLst>
        </pc:picChg>
        <pc:picChg chg="add del mod">
          <ac:chgData name="Luke Menezes" userId="772ba89cb8294a45" providerId="LiveId" clId="{692EBFBC-5031-428B-A8C8-025FC8EBEFCE}" dt="2026-02-05T21:26:49.920" v="673" actId="478"/>
          <ac:picMkLst>
            <pc:docMk/>
            <pc:sldMk cId="2566389466" sldId="257"/>
            <ac:picMk id="44" creationId="{771C3B43-5C11-EA84-20A3-733FC7C95E4B}"/>
          </ac:picMkLst>
        </pc:picChg>
        <pc:picChg chg="del">
          <ac:chgData name="Luke Menezes" userId="772ba89cb8294a45" providerId="LiveId" clId="{692EBFBC-5031-428B-A8C8-025FC8EBEFCE}" dt="2026-02-05T21:21:31.116" v="554" actId="478"/>
          <ac:picMkLst>
            <pc:docMk/>
            <pc:sldMk cId="2566389466" sldId="257"/>
            <ac:picMk id="50" creationId="{FABF1FEA-446A-9ADB-0AC3-CD5D60BC8386}"/>
          </ac:picMkLst>
        </pc:picChg>
        <pc:picChg chg="mod">
          <ac:chgData name="Luke Menezes" userId="772ba89cb8294a45" providerId="LiveId" clId="{692EBFBC-5031-428B-A8C8-025FC8EBEFCE}" dt="2026-02-05T21:27:49.390" v="685" actId="1076"/>
          <ac:picMkLst>
            <pc:docMk/>
            <pc:sldMk cId="2566389466" sldId="257"/>
            <ac:picMk id="55" creationId="{FC9279A9-3F5E-4C1A-3C18-CE60FD667FB7}"/>
          </ac:picMkLst>
        </pc:picChg>
        <pc:cxnChg chg="add mod">
          <ac:chgData name="Luke Menezes" userId="772ba89cb8294a45" providerId="LiveId" clId="{692EBFBC-5031-428B-A8C8-025FC8EBEFCE}" dt="2026-02-05T21:23:41.877" v="636" actId="14100"/>
          <ac:cxnSpMkLst>
            <pc:docMk/>
            <pc:sldMk cId="2566389466" sldId="257"/>
            <ac:cxnSpMk id="8" creationId="{2B007ADB-659F-A154-6F86-79900B7ED942}"/>
          </ac:cxnSpMkLst>
        </pc:cxnChg>
        <pc:cxnChg chg="del">
          <ac:chgData name="Luke Menezes" userId="772ba89cb8294a45" providerId="LiveId" clId="{692EBFBC-5031-428B-A8C8-025FC8EBEFCE}" dt="2026-02-05T21:21:38.818" v="559" actId="478"/>
          <ac:cxnSpMkLst>
            <pc:docMk/>
            <pc:sldMk cId="2566389466" sldId="257"/>
            <ac:cxnSpMk id="13" creationId="{F9CFCD0F-E5A3-5D58-91EE-77BC36E0B383}"/>
          </ac:cxnSpMkLst>
        </pc:cxnChg>
        <pc:cxnChg chg="add mod">
          <ac:chgData name="Luke Menezes" userId="772ba89cb8294a45" providerId="LiveId" clId="{692EBFBC-5031-428B-A8C8-025FC8EBEFCE}" dt="2026-02-05T21:24:51.940" v="647" actId="1076"/>
          <ac:cxnSpMkLst>
            <pc:docMk/>
            <pc:sldMk cId="2566389466" sldId="257"/>
            <ac:cxnSpMk id="26" creationId="{583F366C-2102-77F0-89F2-08EF688C3367}"/>
          </ac:cxnSpMkLst>
        </pc:cxnChg>
        <pc:cxnChg chg="add del mod">
          <ac:chgData name="Luke Menezes" userId="772ba89cb8294a45" providerId="LiveId" clId="{692EBFBC-5031-428B-A8C8-025FC8EBEFCE}" dt="2026-02-05T21:25:03.647" v="649" actId="478"/>
          <ac:cxnSpMkLst>
            <pc:docMk/>
            <pc:sldMk cId="2566389466" sldId="257"/>
            <ac:cxnSpMk id="33" creationId="{99DFCE9F-E690-32B5-FAEC-76067469A1E9}"/>
          </ac:cxnSpMkLst>
        </pc:cxnChg>
        <pc:cxnChg chg="add mod">
          <ac:chgData name="Luke Menezes" userId="772ba89cb8294a45" providerId="LiveId" clId="{692EBFBC-5031-428B-A8C8-025FC8EBEFCE}" dt="2026-02-05T21:28:04.015" v="688" actId="1076"/>
          <ac:cxnSpMkLst>
            <pc:docMk/>
            <pc:sldMk cId="2566389466" sldId="257"/>
            <ac:cxnSpMk id="38" creationId="{047A3B81-746A-22E6-AB0D-F6F8D9092E31}"/>
          </ac:cxnSpMkLst>
        </pc:cxnChg>
        <pc:cxnChg chg="add mod">
          <ac:chgData name="Luke Menezes" userId="772ba89cb8294a45" providerId="LiveId" clId="{692EBFBC-5031-428B-A8C8-025FC8EBEFCE}" dt="2026-02-05T21:28:01.902" v="687" actId="1076"/>
          <ac:cxnSpMkLst>
            <pc:docMk/>
            <pc:sldMk cId="2566389466" sldId="257"/>
            <ac:cxnSpMk id="40" creationId="{42769015-40F4-4FED-D0C7-50B536386FC6}"/>
          </ac:cxnSpMkLst>
        </pc:cxnChg>
        <pc:cxnChg chg="del">
          <ac:chgData name="Luke Menezes" userId="772ba89cb8294a45" providerId="LiveId" clId="{692EBFBC-5031-428B-A8C8-025FC8EBEFCE}" dt="2026-02-05T21:21:39.833" v="560" actId="478"/>
          <ac:cxnSpMkLst>
            <pc:docMk/>
            <pc:sldMk cId="2566389466" sldId="257"/>
            <ac:cxnSpMk id="42" creationId="{058C8E85-0419-154C-E40D-D45BB6F9C55C}"/>
          </ac:cxnSpMkLst>
        </pc:cxnChg>
        <pc:cxnChg chg="del">
          <ac:chgData name="Luke Menezes" userId="772ba89cb8294a45" providerId="LiveId" clId="{692EBFBC-5031-428B-A8C8-025FC8EBEFCE}" dt="2026-02-05T21:21:44.086" v="564" actId="478"/>
          <ac:cxnSpMkLst>
            <pc:docMk/>
            <pc:sldMk cId="2566389466" sldId="257"/>
            <ac:cxnSpMk id="43" creationId="{A85A6B4B-2188-5C4F-F728-6B7A5A799F89}"/>
          </ac:cxnSpMkLst>
        </pc:cxnChg>
        <pc:cxnChg chg="add mod">
          <ac:chgData name="Luke Menezes" userId="772ba89cb8294a45" providerId="LiveId" clId="{692EBFBC-5031-428B-A8C8-025FC8EBEFCE}" dt="2026-02-05T21:25:57.348" v="658" actId="14100"/>
          <ac:cxnSpMkLst>
            <pc:docMk/>
            <pc:sldMk cId="2566389466" sldId="257"/>
            <ac:cxnSpMk id="45" creationId="{B1FDC02B-F52B-48C1-7575-E26F701EEA55}"/>
          </ac:cxnSpMkLst>
        </pc:cxnChg>
        <pc:cxnChg chg="add mod">
          <ac:chgData name="Luke Menezes" userId="772ba89cb8294a45" providerId="LiveId" clId="{692EBFBC-5031-428B-A8C8-025FC8EBEFCE}" dt="2026-02-05T21:28:14.229" v="691" actId="14100"/>
          <ac:cxnSpMkLst>
            <pc:docMk/>
            <pc:sldMk cId="2566389466" sldId="257"/>
            <ac:cxnSpMk id="57" creationId="{D2C9358E-6560-60E3-F78D-E9C0103E77A8}"/>
          </ac:cxnSpMkLst>
        </pc:cxnChg>
        <pc:cxnChg chg="add mod">
          <ac:chgData name="Luke Menezes" userId="772ba89cb8294a45" providerId="LiveId" clId="{692EBFBC-5031-428B-A8C8-025FC8EBEFCE}" dt="2026-02-05T21:28:34.284" v="695" actId="14100"/>
          <ac:cxnSpMkLst>
            <pc:docMk/>
            <pc:sldMk cId="2566389466" sldId="257"/>
            <ac:cxnSpMk id="59" creationId="{B3986487-D77E-5749-0CB6-B043103196A2}"/>
          </ac:cxnSpMkLst>
        </pc:cxnChg>
        <pc:cxnChg chg="add mod">
          <ac:chgData name="Luke Menezes" userId="772ba89cb8294a45" providerId="LiveId" clId="{692EBFBC-5031-428B-A8C8-025FC8EBEFCE}" dt="2026-02-05T21:28:51.208" v="699" actId="14100"/>
          <ac:cxnSpMkLst>
            <pc:docMk/>
            <pc:sldMk cId="2566389466" sldId="257"/>
            <ac:cxnSpMk id="61" creationId="{E018BF38-1A4F-AE25-C7C8-708DBC5D58F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9CA3-099D-63BA-7F67-44B745FEE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62FE8-4F0F-4307-6240-25440037D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42B3-7D9D-AE24-CEC5-16BBAE8C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E75D7-2439-1AF0-1ED1-B58B9A3F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2CA0F-81DC-9A06-124B-CCDE836C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3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F479-60C5-C929-8C73-28C40119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42DBE-F07E-A68A-2325-98D028FC5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572E-F79E-6AEF-4E30-F25997EE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05B08-987F-E4EE-67B8-5BF434A4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82BD-7886-17D6-3DE9-DCE57F08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7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7C14-E078-AA15-6FB3-81289062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163D6-BA98-FF43-E350-1F9E2322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AEDAA-4636-ABF4-577B-B515FC973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E12E5-A943-76A4-8DC5-C987FF6E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501D6-584B-1285-EDAE-4366927F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7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944B-625A-E393-685B-AD3272DA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EDCAD-73D6-09E5-2BCB-24BFE944A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90A88-D969-6015-C6FA-CB831B88F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F622C-D26E-E4BC-6BEE-BA5BAF2B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2DF40-6C92-5C44-AEB7-B4126367E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D857E-75AE-CAD9-9C23-0E99BBAB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B51D-0C6A-5401-0E14-0B89BDAA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C55E2-3CB9-EECC-4AAE-2B6D93D72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78448-26B2-FEC2-D6CB-751CA5160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7ABB3-DC06-2708-31F6-EA710DEC7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693A9-451A-6A88-C01E-0843D9972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784F70-7B07-8E16-B8CC-397C3DCD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434AC-4999-9620-7388-CF6E2715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FFCCD-2EED-50DF-453B-E30323CC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DC23-259E-0C96-4E92-6686E006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F4E69-A6B8-9FC1-FA0C-307BEA34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A2D03-9988-944D-84B0-0AF398C6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1D59-FA5E-E078-D2E0-C656963F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6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F6238-5939-88BB-2CE6-693D6506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1EECC-FCBE-B321-7C73-D86A3766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EB932-DE8E-3F4C-11E0-BEBC41B7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7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AADE9-C8F5-9E5B-726B-9E8E19D6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B8126-B67B-BB80-DD73-8A5EB7385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3D09D-6208-16F3-BD37-589554254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FD4F0-4520-F737-38E4-D98E69B5E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9E2A7-36F5-FA82-2B37-72817FC9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86151-4D63-EAAC-6FC0-24AEF362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40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1252-2FAA-6AA7-B1E6-5C481B6BA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7044D-7E67-EA7E-2A11-B5BC585BB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4D13C-9F2B-ED8A-1E04-F0AFC8B42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D2305-B8E9-16F8-3D55-00DFFD24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8D784-4BBF-CB77-6DB9-70346D45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122FD-D99A-ECB2-9E1A-45B9B3B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FB88-A8C9-31EC-1BCD-FBA70F11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D5A05-79DA-F54A-F82B-160CBC44C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719CB-C04C-7FD6-FAA4-5BECA659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E878B-0AA4-B277-D898-98FE2695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76939-41F6-1D90-2613-50AD7C5F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0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447B8-2196-FDE9-7A03-1A793CFA2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A45D3-F45D-23EC-715E-1D2B8FB2D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C1F5-780E-9D1B-FB05-B8D7D779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C2B67-21DA-39E3-6AE1-7F7DC156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F345-DC12-077F-E678-ECD4BD41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2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34DB2-2016-2AE5-BFF4-D464DD7B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563EF-9A8E-685D-42FD-6C8693B22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CE8DE-1E13-F2D6-918F-18B8B43C5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F43B7-D4DD-4387-B323-C371394B7777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C1A6-AA3F-A37E-BB21-81B556153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B0791-41E9-8AAF-FBFC-B239A7A13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DF9F9-50E3-4E89-BD2B-CB4C5A1597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7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052E-079B-AB3B-DEE6-12DAA6C9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449DE1-D0B9-DD44-CC2F-A88CB36D4EB2}"/>
              </a:ext>
            </a:extLst>
          </p:cNvPr>
          <p:cNvSpPr txBox="1"/>
          <p:nvPr/>
        </p:nvSpPr>
        <p:spPr>
          <a:xfrm>
            <a:off x="3261573" y="0"/>
            <a:ext cx="544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DiffractGPT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/GSAS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D7086-6C03-920C-08B8-A4848BC3A773}"/>
              </a:ext>
            </a:extLst>
          </p:cNvPr>
          <p:cNvSpPr/>
          <p:nvPr/>
        </p:nvSpPr>
        <p:spPr>
          <a:xfrm>
            <a:off x="0" y="637965"/>
            <a:ext cx="12192000" cy="91088"/>
          </a:xfrm>
          <a:prstGeom prst="rect">
            <a:avLst/>
          </a:prstGeom>
          <a:gradFill flip="none" rotWithShape="1">
            <a:gsLst>
              <a:gs pos="16000">
                <a:srgbClr val="0F02BE"/>
              </a:gs>
              <a:gs pos="74000">
                <a:schemeClr val="bg1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C9279A9-3F5E-4C1A-3C18-CE60FD667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40" y="1834358"/>
            <a:ext cx="4608730" cy="34015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888715-AE2B-DB5F-83D9-104D375BE2C8}"/>
              </a:ext>
            </a:extLst>
          </p:cNvPr>
          <p:cNvSpPr txBox="1"/>
          <p:nvPr/>
        </p:nvSpPr>
        <p:spPr>
          <a:xfrm>
            <a:off x="1851848" y="5402258"/>
            <a:ext cx="2148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point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89558D-8DCE-1819-0DF3-B8780591612E}"/>
              </a:ext>
            </a:extLst>
          </p:cNvPr>
          <p:cNvSpPr/>
          <p:nvPr/>
        </p:nvSpPr>
        <p:spPr>
          <a:xfrm>
            <a:off x="640080" y="1696637"/>
            <a:ext cx="4850173" cy="3687139"/>
          </a:xfrm>
          <a:prstGeom prst="roundRect">
            <a:avLst/>
          </a:prstGeom>
          <a:noFill/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007ADB-659F-A154-6F86-79900B7ED942}"/>
              </a:ext>
            </a:extLst>
          </p:cNvPr>
          <p:cNvCxnSpPr>
            <a:cxnSpLocks/>
          </p:cNvCxnSpPr>
          <p:nvPr/>
        </p:nvCxnSpPr>
        <p:spPr>
          <a:xfrm>
            <a:off x="5612500" y="4509585"/>
            <a:ext cx="706004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CCC608-F474-1969-8AE1-2965F5E770C9}"/>
              </a:ext>
            </a:extLst>
          </p:cNvPr>
          <p:cNvSpPr txBox="1"/>
          <p:nvPr/>
        </p:nvSpPr>
        <p:spPr>
          <a:xfrm>
            <a:off x="5953994" y="4702951"/>
            <a:ext cx="1952619" cy="52322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CIF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Symmetry (P1)</a:t>
            </a:r>
          </a:p>
        </p:txBody>
      </p:sp>
      <p:pic>
        <p:nvPicPr>
          <p:cNvPr id="21" name="Graphic 20" descr="Document with solid fill">
            <a:extLst>
              <a:ext uri="{FF2B5EF4-FFF2-40B4-BE49-F238E27FC236}">
                <a16:creationId xmlns:a16="http://schemas.microsoft.com/office/drawing/2014/main" id="{1ADA9D8D-F949-F58F-6B92-FD80ABA07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5786" y="4087255"/>
            <a:ext cx="615696" cy="61569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2C2EE16-0D47-46BC-0FCB-78BA564AB2E6}"/>
              </a:ext>
            </a:extLst>
          </p:cNvPr>
          <p:cNvSpPr txBox="1"/>
          <p:nvPr/>
        </p:nvSpPr>
        <p:spPr>
          <a:xfrm>
            <a:off x="8434257" y="4346385"/>
            <a:ext cx="1316057" cy="369332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GSAS-II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3F366C-2102-77F0-89F2-08EF688C3367}"/>
              </a:ext>
            </a:extLst>
          </p:cNvPr>
          <p:cNvCxnSpPr>
            <a:cxnSpLocks/>
          </p:cNvCxnSpPr>
          <p:nvPr/>
        </p:nvCxnSpPr>
        <p:spPr>
          <a:xfrm>
            <a:off x="7305818" y="4518288"/>
            <a:ext cx="947928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EC9EAB1-42C3-B9BA-A64C-92E9CAF2506A}"/>
              </a:ext>
            </a:extLst>
          </p:cNvPr>
          <p:cNvSpPr txBox="1"/>
          <p:nvPr/>
        </p:nvSpPr>
        <p:spPr>
          <a:xfrm>
            <a:off x="7486710" y="3977053"/>
            <a:ext cx="65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Fails</a:t>
            </a:r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ECF9F37E-58D7-03F4-2A82-398D3CC1A4C7}"/>
              </a:ext>
            </a:extLst>
          </p:cNvPr>
          <p:cNvSpPr/>
          <p:nvPr/>
        </p:nvSpPr>
        <p:spPr>
          <a:xfrm>
            <a:off x="7595717" y="4333624"/>
            <a:ext cx="310896" cy="369327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E42EBD3-4C75-15E0-CE4B-A10868E24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304" y="3783252"/>
            <a:ext cx="1860249" cy="145266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2C32301-3DB9-DB28-015D-9AEFEDAA2AE4}"/>
              </a:ext>
            </a:extLst>
          </p:cNvPr>
          <p:cNvSpPr txBox="1"/>
          <p:nvPr/>
        </p:nvSpPr>
        <p:spPr>
          <a:xfrm rot="10800000" flipH="1" flipV="1">
            <a:off x="8728363" y="5340702"/>
            <a:ext cx="263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Lattice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Chi2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0BEFA4-B1B6-D889-6003-BD6CE1F04782}"/>
              </a:ext>
            </a:extLst>
          </p:cNvPr>
          <p:cNvSpPr txBox="1"/>
          <p:nvPr/>
        </p:nvSpPr>
        <p:spPr>
          <a:xfrm>
            <a:off x="6016796" y="3102237"/>
            <a:ext cx="1316057" cy="369332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Pymatgen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7A3B81-746A-22E6-AB0D-F6F8D9092E31}"/>
              </a:ext>
            </a:extLst>
          </p:cNvPr>
          <p:cNvCxnSpPr>
            <a:cxnSpLocks/>
          </p:cNvCxnSpPr>
          <p:nvPr/>
        </p:nvCxnSpPr>
        <p:spPr>
          <a:xfrm flipV="1">
            <a:off x="6812578" y="3662715"/>
            <a:ext cx="0" cy="398819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769015-40F4-4FED-D0C7-50B536386FC6}"/>
              </a:ext>
            </a:extLst>
          </p:cNvPr>
          <p:cNvCxnSpPr>
            <a:cxnSpLocks/>
          </p:cNvCxnSpPr>
          <p:nvPr/>
        </p:nvCxnSpPr>
        <p:spPr>
          <a:xfrm>
            <a:off x="7402318" y="3275972"/>
            <a:ext cx="386798" cy="0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1B95DCA-0DA6-3573-52DF-0B909CEBC1B8}"/>
              </a:ext>
            </a:extLst>
          </p:cNvPr>
          <p:cNvSpPr txBox="1"/>
          <p:nvPr/>
        </p:nvSpPr>
        <p:spPr>
          <a:xfrm>
            <a:off x="7872676" y="3033993"/>
            <a:ext cx="1529388" cy="523220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Symmetrized CIF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(Pm-3m)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1FDC02B-F52B-48C1-7575-E26F701EEA55}"/>
              </a:ext>
            </a:extLst>
          </p:cNvPr>
          <p:cNvCxnSpPr>
            <a:cxnSpLocks/>
          </p:cNvCxnSpPr>
          <p:nvPr/>
        </p:nvCxnSpPr>
        <p:spPr>
          <a:xfrm flipH="1">
            <a:off x="9101434" y="3783167"/>
            <a:ext cx="8739" cy="510826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DD67034-12EC-B126-1918-86B9C3D6C8DB}"/>
              </a:ext>
            </a:extLst>
          </p:cNvPr>
          <p:cNvSpPr txBox="1"/>
          <p:nvPr/>
        </p:nvSpPr>
        <p:spPr>
          <a:xfrm>
            <a:off x="5994157" y="2040150"/>
            <a:ext cx="320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sure if it’s always necessary, but GSAS kept failing when refining the P1 CIF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2C9358E-6560-60E3-F78D-E9C0103E77A8}"/>
              </a:ext>
            </a:extLst>
          </p:cNvPr>
          <p:cNvCxnSpPr>
            <a:cxnSpLocks/>
          </p:cNvCxnSpPr>
          <p:nvPr/>
        </p:nvCxnSpPr>
        <p:spPr>
          <a:xfrm flipH="1">
            <a:off x="9646482" y="1367018"/>
            <a:ext cx="8739" cy="2949929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3986487-D77E-5749-0CB6-B043103196A2}"/>
              </a:ext>
            </a:extLst>
          </p:cNvPr>
          <p:cNvCxnSpPr>
            <a:cxnSpLocks/>
          </p:cNvCxnSpPr>
          <p:nvPr/>
        </p:nvCxnSpPr>
        <p:spPr>
          <a:xfrm flipH="1">
            <a:off x="1737360" y="1363705"/>
            <a:ext cx="7917861" cy="0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18BF38-1A4F-AE25-C7C8-708DBC5D58F2}"/>
              </a:ext>
            </a:extLst>
          </p:cNvPr>
          <p:cNvCxnSpPr>
            <a:cxnSpLocks/>
          </p:cNvCxnSpPr>
          <p:nvPr/>
        </p:nvCxnSpPr>
        <p:spPr>
          <a:xfrm>
            <a:off x="1737360" y="1363705"/>
            <a:ext cx="0" cy="1599775"/>
          </a:xfrm>
          <a:prstGeom prst="line">
            <a:avLst/>
          </a:pr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38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28" grpId="0"/>
      <p:bldP spid="32" grpId="0" animBg="1"/>
      <p:bldP spid="35" grpId="0"/>
      <p:bldP spid="37" grpId="0" animBg="1"/>
      <p:bldP spid="41" grpId="0" animBg="1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40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Menezes</dc:creator>
  <cp:lastModifiedBy>Luke Menezes</cp:lastModifiedBy>
  <cp:revision>1</cp:revision>
  <dcterms:created xsi:type="dcterms:W3CDTF">2026-02-05T18:10:58Z</dcterms:created>
  <dcterms:modified xsi:type="dcterms:W3CDTF">2026-02-05T21:33:23Z</dcterms:modified>
</cp:coreProperties>
</file>