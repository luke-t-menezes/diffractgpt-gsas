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4B6F802-407B-4FE7-9025-350E7C46D556}" v="21" dt="2026-02-05T18:29:16.25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2" d="100"/>
          <a:sy n="102" d="100"/>
        </p:scale>
        <p:origin x="918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uke Menezes" userId="772ba89cb8294a45" providerId="LiveId" clId="{692EBFBC-5031-428B-A8C8-025FC8EBEFCE}"/>
    <pc:docChg chg="custSel addSld modSld">
      <pc:chgData name="Luke Menezes" userId="772ba89cb8294a45" providerId="LiveId" clId="{692EBFBC-5031-428B-A8C8-025FC8EBEFCE}" dt="2026-02-05T18:33:19.133" v="381" actId="1076"/>
      <pc:docMkLst>
        <pc:docMk/>
      </pc:docMkLst>
      <pc:sldChg chg="addSp delSp modSp new mod">
        <pc:chgData name="Luke Menezes" userId="772ba89cb8294a45" providerId="LiveId" clId="{692EBFBC-5031-428B-A8C8-025FC8EBEFCE}" dt="2026-02-05T18:33:19.133" v="381" actId="1076"/>
        <pc:sldMkLst>
          <pc:docMk/>
          <pc:sldMk cId="2621669581" sldId="256"/>
        </pc:sldMkLst>
        <pc:spChg chg="del">
          <ac:chgData name="Luke Menezes" userId="772ba89cb8294a45" providerId="LiveId" clId="{692EBFBC-5031-428B-A8C8-025FC8EBEFCE}" dt="2026-02-05T18:11:19.274" v="2" actId="478"/>
          <ac:spMkLst>
            <pc:docMk/>
            <pc:sldMk cId="2621669581" sldId="256"/>
            <ac:spMk id="2" creationId="{CFC2F2EE-91AD-9496-D861-D85DD4E0B345}"/>
          </ac:spMkLst>
        </pc:spChg>
        <pc:spChg chg="del">
          <ac:chgData name="Luke Menezes" userId="772ba89cb8294a45" providerId="LiveId" clId="{692EBFBC-5031-428B-A8C8-025FC8EBEFCE}" dt="2026-02-05T18:11:20.820" v="3" actId="478"/>
          <ac:spMkLst>
            <pc:docMk/>
            <pc:sldMk cId="2621669581" sldId="256"/>
            <ac:spMk id="3" creationId="{77FC2CC0-A8C6-D041-8362-462A2CA4DFBE}"/>
          </ac:spMkLst>
        </pc:spChg>
        <pc:spChg chg="add mod">
          <ac:chgData name="Luke Menezes" userId="772ba89cb8294a45" providerId="LiveId" clId="{692EBFBC-5031-428B-A8C8-025FC8EBEFCE}" dt="2026-02-05T18:13:12.136" v="35" actId="1076"/>
          <ac:spMkLst>
            <pc:docMk/>
            <pc:sldMk cId="2621669581" sldId="256"/>
            <ac:spMk id="4" creationId="{25D6340F-0950-C8DD-6B53-A2B75346A933}"/>
          </ac:spMkLst>
        </pc:spChg>
        <pc:spChg chg="add mod">
          <ac:chgData name="Luke Menezes" userId="772ba89cb8294a45" providerId="LiveId" clId="{692EBFBC-5031-428B-A8C8-025FC8EBEFCE}" dt="2026-02-05T18:11:17.132" v="1"/>
          <ac:spMkLst>
            <pc:docMk/>
            <pc:sldMk cId="2621669581" sldId="256"/>
            <ac:spMk id="5" creationId="{2803556F-1762-5EB6-A15D-D650924E64EC}"/>
          </ac:spMkLst>
        </pc:spChg>
        <pc:spChg chg="add mod">
          <ac:chgData name="Luke Menezes" userId="772ba89cb8294a45" providerId="LiveId" clId="{692EBFBC-5031-428B-A8C8-025FC8EBEFCE}" dt="2026-02-05T18:17:46.743" v="147" actId="1076"/>
          <ac:spMkLst>
            <pc:docMk/>
            <pc:sldMk cId="2621669581" sldId="256"/>
            <ac:spMk id="6" creationId="{92625059-4C85-C0C4-7F9F-EA1817AF8C16}"/>
          </ac:spMkLst>
        </pc:spChg>
        <pc:spChg chg="add mod">
          <ac:chgData name="Luke Menezes" userId="772ba89cb8294a45" providerId="LiveId" clId="{692EBFBC-5031-428B-A8C8-025FC8EBEFCE}" dt="2026-02-05T18:18:47.141" v="223" actId="1076"/>
          <ac:spMkLst>
            <pc:docMk/>
            <pc:sldMk cId="2621669581" sldId="256"/>
            <ac:spMk id="7" creationId="{E18CEF72-6D4D-1BA0-ADAF-9D433ADE4C7E}"/>
          </ac:spMkLst>
        </pc:spChg>
        <pc:spChg chg="add mod">
          <ac:chgData name="Luke Menezes" userId="772ba89cb8294a45" providerId="LiveId" clId="{692EBFBC-5031-428B-A8C8-025FC8EBEFCE}" dt="2026-02-05T18:27:15.238" v="352" actId="20577"/>
          <ac:spMkLst>
            <pc:docMk/>
            <pc:sldMk cId="2621669581" sldId="256"/>
            <ac:spMk id="10" creationId="{F57B27B2-37DF-1395-7AC8-878B5DC595E9}"/>
          </ac:spMkLst>
        </pc:spChg>
        <pc:spChg chg="add mod">
          <ac:chgData name="Luke Menezes" userId="772ba89cb8294a45" providerId="LiveId" clId="{692EBFBC-5031-428B-A8C8-025FC8EBEFCE}" dt="2026-02-05T18:20:51.455" v="250" actId="1076"/>
          <ac:spMkLst>
            <pc:docMk/>
            <pc:sldMk cId="2621669581" sldId="256"/>
            <ac:spMk id="11" creationId="{0A3537F3-72DF-B1BD-0E65-9DF9F51D124D}"/>
          </ac:spMkLst>
        </pc:spChg>
        <pc:spChg chg="add mod">
          <ac:chgData name="Luke Menezes" userId="772ba89cb8294a45" providerId="LiveId" clId="{692EBFBC-5031-428B-A8C8-025FC8EBEFCE}" dt="2026-02-05T18:22:39.797" v="268" actId="1076"/>
          <ac:spMkLst>
            <pc:docMk/>
            <pc:sldMk cId="2621669581" sldId="256"/>
            <ac:spMk id="20" creationId="{9D0648B9-5945-BF27-E79D-CF40A9EF90CA}"/>
          </ac:spMkLst>
        </pc:spChg>
        <pc:spChg chg="add mod">
          <ac:chgData name="Luke Menezes" userId="772ba89cb8294a45" providerId="LiveId" clId="{692EBFBC-5031-428B-A8C8-025FC8EBEFCE}" dt="2026-02-05T18:23:25.585" v="276" actId="1076"/>
          <ac:spMkLst>
            <pc:docMk/>
            <pc:sldMk cId="2621669581" sldId="256"/>
            <ac:spMk id="23" creationId="{3DAE33E9-F498-323E-34D2-9FC8A43CF4EF}"/>
          </ac:spMkLst>
        </pc:spChg>
        <pc:spChg chg="add mod">
          <ac:chgData name="Luke Menezes" userId="772ba89cb8294a45" providerId="LiveId" clId="{692EBFBC-5031-428B-A8C8-025FC8EBEFCE}" dt="2026-02-05T18:24:22.832" v="293" actId="1076"/>
          <ac:spMkLst>
            <pc:docMk/>
            <pc:sldMk cId="2621669581" sldId="256"/>
            <ac:spMk id="24" creationId="{9393FC90-CE5F-347E-6638-E5387A6C5481}"/>
          </ac:spMkLst>
        </pc:spChg>
        <pc:spChg chg="add mod">
          <ac:chgData name="Luke Menezes" userId="772ba89cb8294a45" providerId="LiveId" clId="{692EBFBC-5031-428B-A8C8-025FC8EBEFCE}" dt="2026-02-05T18:27:31.613" v="367" actId="20577"/>
          <ac:spMkLst>
            <pc:docMk/>
            <pc:sldMk cId="2621669581" sldId="256"/>
            <ac:spMk id="29" creationId="{BD65C78F-D6D4-F8B1-183B-E5DC2231A098}"/>
          </ac:spMkLst>
        </pc:spChg>
        <pc:spChg chg="add mod">
          <ac:chgData name="Luke Menezes" userId="772ba89cb8294a45" providerId="LiveId" clId="{692EBFBC-5031-428B-A8C8-025FC8EBEFCE}" dt="2026-02-05T18:29:16.254" v="371"/>
          <ac:spMkLst>
            <pc:docMk/>
            <pc:sldMk cId="2621669581" sldId="256"/>
            <ac:spMk id="48" creationId="{F2B007B2-1D83-6F71-C166-6FFA99ED2C96}"/>
          </ac:spMkLst>
        </pc:spChg>
        <pc:picChg chg="add mod">
          <ac:chgData name="Luke Menezes" userId="772ba89cb8294a45" providerId="LiveId" clId="{692EBFBC-5031-428B-A8C8-025FC8EBEFCE}" dt="2026-02-05T18:18:48.590" v="224" actId="1076"/>
          <ac:picMkLst>
            <pc:docMk/>
            <pc:sldMk cId="2621669581" sldId="256"/>
            <ac:picMk id="9" creationId="{8F7A4733-D45F-85A5-C149-AF0960CB4D8B}"/>
          </ac:picMkLst>
        </pc:picChg>
        <pc:picChg chg="add mod">
          <ac:chgData name="Luke Menezes" userId="772ba89cb8294a45" providerId="LiveId" clId="{692EBFBC-5031-428B-A8C8-025FC8EBEFCE}" dt="2026-02-05T18:24:31.277" v="294" actId="1076"/>
          <ac:picMkLst>
            <pc:docMk/>
            <pc:sldMk cId="2621669581" sldId="256"/>
            <ac:picMk id="18" creationId="{ECEC862B-538C-ACE0-27C7-C7E9893C0D04}"/>
          </ac:picMkLst>
        </pc:picChg>
        <pc:picChg chg="add mod">
          <ac:chgData name="Luke Menezes" userId="772ba89cb8294a45" providerId="LiveId" clId="{692EBFBC-5031-428B-A8C8-025FC8EBEFCE}" dt="2026-02-05T18:22:13.472" v="256" actId="1076"/>
          <ac:picMkLst>
            <pc:docMk/>
            <pc:sldMk cId="2621669581" sldId="256"/>
            <ac:picMk id="19" creationId="{FCE80453-BE55-22F3-B0D2-E0B7EF0A6444}"/>
          </ac:picMkLst>
        </pc:picChg>
        <pc:picChg chg="add del mod">
          <ac:chgData name="Luke Menezes" userId="772ba89cb8294a45" providerId="LiveId" clId="{692EBFBC-5031-428B-A8C8-025FC8EBEFCE}" dt="2026-02-05T18:23:07.203" v="274" actId="478"/>
          <ac:picMkLst>
            <pc:docMk/>
            <pc:sldMk cId="2621669581" sldId="256"/>
            <ac:picMk id="22" creationId="{1CCB201A-38C6-45C0-EA6F-B0EC18D86398}"/>
          </ac:picMkLst>
        </pc:picChg>
        <pc:picChg chg="add mod">
          <ac:chgData name="Luke Menezes" userId="772ba89cb8294a45" providerId="LiveId" clId="{692EBFBC-5031-428B-A8C8-025FC8EBEFCE}" dt="2026-02-05T18:25:18.192" v="316" actId="1076"/>
          <ac:picMkLst>
            <pc:docMk/>
            <pc:sldMk cId="2621669581" sldId="256"/>
            <ac:picMk id="30" creationId="{812F593D-EEC3-4C0C-F852-7C4C4185F195}"/>
          </ac:picMkLst>
        </pc:picChg>
        <pc:picChg chg="add mod">
          <ac:chgData name="Luke Menezes" userId="772ba89cb8294a45" providerId="LiveId" clId="{692EBFBC-5031-428B-A8C8-025FC8EBEFCE}" dt="2026-02-05T18:33:19.133" v="381" actId="1076"/>
          <ac:picMkLst>
            <pc:docMk/>
            <pc:sldMk cId="2621669581" sldId="256"/>
            <ac:picMk id="50" creationId="{110065EC-3090-35B7-FDB9-C613E2DE7518}"/>
          </ac:picMkLst>
        </pc:picChg>
        <pc:cxnChg chg="add mod">
          <ac:chgData name="Luke Menezes" userId="772ba89cb8294a45" providerId="LiveId" clId="{692EBFBC-5031-428B-A8C8-025FC8EBEFCE}" dt="2026-02-05T18:20:17.763" v="244" actId="1582"/>
          <ac:cxnSpMkLst>
            <pc:docMk/>
            <pc:sldMk cId="2621669581" sldId="256"/>
            <ac:cxnSpMk id="13" creationId="{D75C5B89-A0D0-AF14-7DF9-C216F973B423}"/>
          </ac:cxnSpMkLst>
        </pc:cxnChg>
        <pc:cxnChg chg="add mod">
          <ac:chgData name="Luke Menezes" userId="772ba89cb8294a45" providerId="LiveId" clId="{692EBFBC-5031-428B-A8C8-025FC8EBEFCE}" dt="2026-02-05T18:20:24.743" v="246" actId="1076"/>
          <ac:cxnSpMkLst>
            <pc:docMk/>
            <pc:sldMk cId="2621669581" sldId="256"/>
            <ac:cxnSpMk id="14" creationId="{96F69E6B-A9F0-758A-409A-E9924FC6DA0A}"/>
          </ac:cxnSpMkLst>
        </pc:cxnChg>
        <pc:cxnChg chg="add mod">
          <ac:chgData name="Luke Menezes" userId="772ba89cb8294a45" providerId="LiveId" clId="{692EBFBC-5031-428B-A8C8-025FC8EBEFCE}" dt="2026-02-05T18:20:54.266" v="251" actId="14100"/>
          <ac:cxnSpMkLst>
            <pc:docMk/>
            <pc:sldMk cId="2621669581" sldId="256"/>
            <ac:cxnSpMk id="15" creationId="{BA0BFC53-8C85-AFD0-02A7-A8CFCD3C2920}"/>
          </ac:cxnSpMkLst>
        </pc:cxnChg>
        <pc:cxnChg chg="add mod">
          <ac:chgData name="Luke Menezes" userId="772ba89cb8294a45" providerId="LiveId" clId="{692EBFBC-5031-428B-A8C8-025FC8EBEFCE}" dt="2026-02-05T18:24:40.015" v="298" actId="1076"/>
          <ac:cxnSpMkLst>
            <pc:docMk/>
            <pc:sldMk cId="2621669581" sldId="256"/>
            <ac:cxnSpMk id="25" creationId="{161C4ACA-02EC-D106-C546-8790EA1D5669}"/>
          </ac:cxnSpMkLst>
        </pc:cxnChg>
        <pc:cxnChg chg="add mod">
          <ac:chgData name="Luke Menezes" userId="772ba89cb8294a45" providerId="LiveId" clId="{692EBFBC-5031-428B-A8C8-025FC8EBEFCE}" dt="2026-02-05T18:24:56.306" v="301" actId="14100"/>
          <ac:cxnSpMkLst>
            <pc:docMk/>
            <pc:sldMk cId="2621669581" sldId="256"/>
            <ac:cxnSpMk id="27" creationId="{8F10DBFE-C1DD-8184-9162-B25A93D43B0B}"/>
          </ac:cxnSpMkLst>
        </pc:cxnChg>
        <pc:cxnChg chg="add mod">
          <ac:chgData name="Luke Menezes" userId="772ba89cb8294a45" providerId="LiveId" clId="{692EBFBC-5031-428B-A8C8-025FC8EBEFCE}" dt="2026-02-05T18:27:30.459" v="366" actId="14100"/>
          <ac:cxnSpMkLst>
            <pc:docMk/>
            <pc:sldMk cId="2621669581" sldId="256"/>
            <ac:cxnSpMk id="31" creationId="{C4B43BAD-7379-9672-429C-9F9696E924C9}"/>
          </ac:cxnSpMkLst>
        </pc:cxnChg>
        <pc:cxnChg chg="add del mod">
          <ac:chgData name="Luke Menezes" userId="772ba89cb8294a45" providerId="LiveId" clId="{692EBFBC-5031-428B-A8C8-025FC8EBEFCE}" dt="2026-02-05T18:26:03.543" v="327" actId="478"/>
          <ac:cxnSpMkLst>
            <pc:docMk/>
            <pc:sldMk cId="2621669581" sldId="256"/>
            <ac:cxnSpMk id="34" creationId="{39C7C935-7ADC-CB5B-F72E-B03EA2A3D625}"/>
          </ac:cxnSpMkLst>
        </pc:cxnChg>
        <pc:cxnChg chg="add mod">
          <ac:chgData name="Luke Menezes" userId="772ba89cb8294a45" providerId="LiveId" clId="{692EBFBC-5031-428B-A8C8-025FC8EBEFCE}" dt="2026-02-05T18:26:12.605" v="331" actId="1076"/>
          <ac:cxnSpMkLst>
            <pc:docMk/>
            <pc:sldMk cId="2621669581" sldId="256"/>
            <ac:cxnSpMk id="39" creationId="{E37BF77A-B398-BEDB-6C02-6BDF6AA9E93E}"/>
          </ac:cxnSpMkLst>
        </pc:cxnChg>
        <pc:cxnChg chg="add mod">
          <ac:chgData name="Luke Menezes" userId="772ba89cb8294a45" providerId="LiveId" clId="{692EBFBC-5031-428B-A8C8-025FC8EBEFCE}" dt="2026-02-05T18:26:37.955" v="341" actId="1036"/>
          <ac:cxnSpMkLst>
            <pc:docMk/>
            <pc:sldMk cId="2621669581" sldId="256"/>
            <ac:cxnSpMk id="42" creationId="{44E8210F-875A-0432-DEE9-4CDCC6665A7C}"/>
          </ac:cxnSpMkLst>
        </pc:cxnChg>
        <pc:cxnChg chg="add mod">
          <ac:chgData name="Luke Menezes" userId="772ba89cb8294a45" providerId="LiveId" clId="{692EBFBC-5031-428B-A8C8-025FC8EBEFCE}" dt="2026-02-05T18:26:51.263" v="350" actId="1037"/>
          <ac:cxnSpMkLst>
            <pc:docMk/>
            <pc:sldMk cId="2621669581" sldId="256"/>
            <ac:cxnSpMk id="43" creationId="{118D9707-863F-75C3-1084-7D2A88F8AFD4}"/>
          </ac:cxnSpMkLst>
        </pc:cxnChg>
        <pc:cxnChg chg="add mod">
          <ac:chgData name="Luke Menezes" userId="772ba89cb8294a45" providerId="LiveId" clId="{692EBFBC-5031-428B-A8C8-025FC8EBEFCE}" dt="2026-02-05T18:28:07.208" v="370" actId="14100"/>
          <ac:cxnSpMkLst>
            <pc:docMk/>
            <pc:sldMk cId="2621669581" sldId="256"/>
            <ac:cxnSpMk id="46" creationId="{8BDFA182-522E-8CF6-A43D-57BB0041731C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49CA3-099D-63BA-7F67-44B745FEE7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E62FE8-4F0F-4307-6240-25440037D5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9642B3-7D9D-AE24-CEC5-16BBAE8C8C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F43B7-D4DD-4387-B323-C371394B7777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7E75D7-2439-1AF0-1ED1-B58B9A3F6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72CA0F-81DC-9A06-124B-CCDE836C67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9DF9F9-50E3-4E89-BD2B-CB4C5A1597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04382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1AF479-60C5-C929-8C73-28C40119F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D42DBE-F07E-A68A-2325-98D028FC55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9E572E-F79E-6AEF-4E30-F25997EE4F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F43B7-D4DD-4387-B323-C371394B7777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005B08-987F-E4EE-67B8-5BF434A4D1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8082BD-7886-17D6-3DE9-DCE57F08FD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9DF9F9-50E3-4E89-BD2B-CB4C5A1597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61707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0F7C14-E078-AA15-6FB3-812890629B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F163D6-BA98-FF43-E350-1F9E2322F9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0AEDAA-4636-ABF4-577B-B515FC9735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F43B7-D4DD-4387-B323-C371394B7777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5E12E5-A943-76A4-8DC5-C987FF6E9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1501D6-584B-1285-EDAE-4366927FF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9DF9F9-50E3-4E89-BD2B-CB4C5A1597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81769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EB944B-625A-E393-685B-AD3272DAA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EDCAD-73D6-09E5-2BCB-24BFE944A5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E90A88-D969-6015-C6FA-CB831B88F4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8F622C-D26E-E4BC-6BEE-BA5BAF2B8D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F43B7-D4DD-4387-B323-C371394B7777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82DF40-6C92-5C44-AEB7-B4126367E2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E9D857E-75AE-CAD9-9C23-0E99BBABC2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9DF9F9-50E3-4E89-BD2B-CB4C5A1597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5602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EB51D-0C6A-5401-0E14-0B89BDAA27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AC55E2-3CB9-EECC-4AAE-2B6D93D72E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278448-26B2-FEC2-D6CB-751CA51604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027ABB3-DC06-2708-31F6-EA710DEC718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E693A9-451A-6A88-C01E-0843D997219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5784F70-7B07-8E16-B8CC-397C3DCD09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F43B7-D4DD-4387-B323-C371394B7777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3434AC-4999-9620-7388-CF6E27156B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30FFCCD-2EED-50DF-453B-E30323CC6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9DF9F9-50E3-4E89-BD2B-CB4C5A1597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67368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56DC23-259E-0C96-4E92-6686E006DF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0CF4E69-A6B8-9FC1-FA0C-307BEA34B3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F43B7-D4DD-4387-B323-C371394B7777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71A2D03-9988-944D-84B0-0AF398C648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CD1D59-FA5E-E078-D2E0-C656963FE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9DF9F9-50E3-4E89-BD2B-CB4C5A1597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87691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82F6238-5939-88BB-2CE6-693D650610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F43B7-D4DD-4387-B323-C371394B7777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F51EECC-FCBE-B321-7C73-D86A3766A7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DEB932-DE8E-3F4C-11E0-BEBC41B73E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9DF9F9-50E3-4E89-BD2B-CB4C5A1597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59766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6AADE9-C8F5-9E5B-726B-9E8E19D6C7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EB8126-B67B-BB80-DD73-8A5EB73856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23D09D-6208-16F3-BD37-5895542545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4FD4F0-4520-F737-38E4-D98E69B5EF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F43B7-D4DD-4387-B323-C371394B7777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E69E2A7-36F5-FA82-2B37-72817FC9E7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686151-4D63-EAAC-6FC0-24AEF36236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9DF9F9-50E3-4E89-BD2B-CB4C5A1597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60404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D1252-2FAA-6AA7-B1E6-5C481B6BA4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107044D-7E67-EA7E-2A11-B5BC585BBA3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74D13C-9F2B-ED8A-1E04-F0AFC8B425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67D2305-B8E9-16F8-3D55-00DFFD247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F43B7-D4DD-4387-B323-C371394B7777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88D784-4BBF-CB77-6DB9-70346D4528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7122FD-D99A-ECB2-9E1A-45B9B3BD8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9DF9F9-50E3-4E89-BD2B-CB4C5A1597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3387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1FB88-A8C9-31EC-1BCD-FBA70F1109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01D5A05-79DA-F54A-F82B-160CBC44C0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8719CB-C04C-7FD6-FAA4-5BECA6591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F43B7-D4DD-4387-B323-C371394B7777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EE878B-0AA4-B277-D898-98FE2695A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F76939-41F6-1D90-2613-50AD7C5F7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9DF9F9-50E3-4E89-BD2B-CB4C5A1597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93007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1447B8-2196-FDE9-7A03-1A793CFA207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D1A45D3-F45D-23EC-715E-1D2B8FB2D6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45C1F5-780E-9D1B-FB05-B8D7D779B9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F43B7-D4DD-4387-B323-C371394B7777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AC2B67-21DA-39E3-6AE1-7F7DC156C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F6F345-DC12-077F-E678-ECD4BD411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9DF9F9-50E3-4E89-BD2B-CB4C5A1597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28294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F834DB2-2016-2AE5-BFF4-D464DD7BCE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F563EF-9A8E-685D-42FD-6C8693B221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ACE8DE-1E13-F2D6-918F-18B8B43C55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3DF43B7-D4DD-4387-B323-C371394B7777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24C1A6-AA3F-A37E-BB21-81B5561534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8B0791-41E9-8AAF-FBFC-B239A7A138A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9DF9F9-50E3-4E89-BD2B-CB4C5A1597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89751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5D6340F-0950-C8DD-6B53-A2B75346A933}"/>
              </a:ext>
            </a:extLst>
          </p:cNvPr>
          <p:cNvSpPr txBox="1"/>
          <p:nvPr/>
        </p:nvSpPr>
        <p:spPr>
          <a:xfrm>
            <a:off x="3261573" y="0"/>
            <a:ext cx="54470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DiffractGPT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/GSAS Pipeline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803556F-1762-5EB6-A15D-D650924E64EC}"/>
              </a:ext>
            </a:extLst>
          </p:cNvPr>
          <p:cNvSpPr/>
          <p:nvPr/>
        </p:nvSpPr>
        <p:spPr>
          <a:xfrm>
            <a:off x="0" y="637965"/>
            <a:ext cx="12192000" cy="91088"/>
          </a:xfrm>
          <a:prstGeom prst="rect">
            <a:avLst/>
          </a:prstGeom>
          <a:gradFill flip="none" rotWithShape="1">
            <a:gsLst>
              <a:gs pos="16000">
                <a:srgbClr val="0F02BE"/>
              </a:gs>
              <a:gs pos="74000">
                <a:schemeClr val="bg1"/>
              </a:gs>
              <a:gs pos="100000">
                <a:schemeClr val="bg1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2625059-4C85-C0C4-7F9F-EA1817AF8C16}"/>
              </a:ext>
            </a:extLst>
          </p:cNvPr>
          <p:cNvSpPr txBox="1"/>
          <p:nvPr/>
        </p:nvSpPr>
        <p:spPr>
          <a:xfrm>
            <a:off x="89541" y="2967335"/>
            <a:ext cx="1693539" cy="923330"/>
          </a:xfrm>
          <a:prstGeom prst="rect">
            <a:avLst/>
          </a:prstGeom>
          <a:gradFill flip="none" rotWithShape="1">
            <a:gsLst>
              <a:gs pos="0">
                <a:schemeClr val="dk1">
                  <a:lumMod val="67000"/>
                </a:schemeClr>
              </a:gs>
              <a:gs pos="48000">
                <a:schemeClr val="dk1">
                  <a:lumMod val="97000"/>
                  <a:lumOff val="3000"/>
                </a:schemeClr>
              </a:gs>
              <a:gs pos="100000">
                <a:schemeClr val="dk1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PXRD data</a:t>
            </a:r>
          </a:p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2 column:</a:t>
            </a:r>
          </a:p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2theta, Intensity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18CEF72-6D4D-1BA0-ADAF-9D433ADE4C7E}"/>
              </a:ext>
            </a:extLst>
          </p:cNvPr>
          <p:cNvSpPr txBox="1"/>
          <p:nvPr/>
        </p:nvSpPr>
        <p:spPr>
          <a:xfrm>
            <a:off x="2423841" y="3521333"/>
            <a:ext cx="1456731" cy="369332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DiffractGPT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Graphic 8" descr="Robot with solid fill">
            <a:extLst>
              <a:ext uri="{FF2B5EF4-FFF2-40B4-BE49-F238E27FC236}">
                <a16:creationId xmlns:a16="http://schemas.microsoft.com/office/drawing/2014/main" id="{8F7A4733-D45F-85A5-C149-AF0960CB4D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95006" y="2606933"/>
            <a:ext cx="914400" cy="9144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57B27B2-37DF-1395-7AC8-878B5DC595E9}"/>
              </a:ext>
            </a:extLst>
          </p:cNvPr>
          <p:cNvSpPr txBox="1"/>
          <p:nvPr/>
        </p:nvSpPr>
        <p:spPr>
          <a:xfrm>
            <a:off x="4521332" y="2967335"/>
            <a:ext cx="1952619" cy="923330"/>
          </a:xfrm>
          <a:prstGeom prst="rect">
            <a:avLst/>
          </a:prstGeom>
          <a:gradFill flip="none" rotWithShape="1">
            <a:gsLst>
              <a:gs pos="0">
                <a:schemeClr val="dk1">
                  <a:lumMod val="67000"/>
                </a:schemeClr>
              </a:gs>
              <a:gs pos="48000">
                <a:schemeClr val="dk1">
                  <a:lumMod val="97000"/>
                  <a:lumOff val="3000"/>
                </a:schemeClr>
              </a:gs>
              <a:gs pos="100000">
                <a:schemeClr val="dk1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Predicted CIF</a:t>
            </a:r>
          </a:p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Without Symmetry (P1)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A3537F3-72DF-B1BD-0E65-9DF9F51D124D}"/>
              </a:ext>
            </a:extLst>
          </p:cNvPr>
          <p:cNvSpPr txBox="1"/>
          <p:nvPr/>
        </p:nvSpPr>
        <p:spPr>
          <a:xfrm>
            <a:off x="7718215" y="3326630"/>
            <a:ext cx="1316057" cy="369332"/>
          </a:xfrm>
          <a:prstGeom prst="rect">
            <a:avLst/>
          </a:prstGeom>
          <a:gradFill flip="none" rotWithShape="1">
            <a:gsLst>
              <a:gs pos="0">
                <a:srgbClr val="C00000">
                  <a:shade val="30000"/>
                  <a:satMod val="115000"/>
                </a:srgbClr>
              </a:gs>
              <a:gs pos="50000">
                <a:srgbClr val="C00000">
                  <a:shade val="67500"/>
                  <a:satMod val="115000"/>
                </a:srgbClr>
              </a:gs>
              <a:gs pos="100000">
                <a:srgbClr val="C00000">
                  <a:shade val="100000"/>
                  <a:satMod val="11500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GSAS-II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75C5B89-A0D0-AF14-7DF9-C216F973B423}"/>
              </a:ext>
            </a:extLst>
          </p:cNvPr>
          <p:cNvCxnSpPr/>
          <p:nvPr/>
        </p:nvCxnSpPr>
        <p:spPr>
          <a:xfrm>
            <a:off x="1938528" y="3521333"/>
            <a:ext cx="329184" cy="0"/>
          </a:xfrm>
          <a:prstGeom prst="straightConnector1">
            <a:avLst/>
          </a:prstGeom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6F69E6B-A9F0-758A-409A-E9924FC6DA0A}"/>
              </a:ext>
            </a:extLst>
          </p:cNvPr>
          <p:cNvCxnSpPr/>
          <p:nvPr/>
        </p:nvCxnSpPr>
        <p:spPr>
          <a:xfrm>
            <a:off x="4020312" y="3521333"/>
            <a:ext cx="329184" cy="0"/>
          </a:xfrm>
          <a:prstGeom prst="straightConnector1">
            <a:avLst/>
          </a:prstGeom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A0BFC53-8C85-AFD0-02A7-A8CFCD3C2920}"/>
              </a:ext>
            </a:extLst>
          </p:cNvPr>
          <p:cNvCxnSpPr>
            <a:cxnSpLocks/>
          </p:cNvCxnSpPr>
          <p:nvPr/>
        </p:nvCxnSpPr>
        <p:spPr>
          <a:xfrm>
            <a:off x="6650736" y="3521333"/>
            <a:ext cx="947928" cy="0"/>
          </a:xfrm>
          <a:prstGeom prst="straightConnector1">
            <a:avLst/>
          </a:prstGeom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8" name="Graphic 17" descr="Document with solid fill">
            <a:extLst>
              <a:ext uri="{FF2B5EF4-FFF2-40B4-BE49-F238E27FC236}">
                <a16:creationId xmlns:a16="http://schemas.microsoft.com/office/drawing/2014/main" id="{ECEC862B-538C-ACE0-27C7-C7E9893C0D0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28462" y="2351639"/>
            <a:ext cx="615696" cy="615696"/>
          </a:xfrm>
          <a:prstGeom prst="rect">
            <a:avLst/>
          </a:prstGeom>
        </p:spPr>
      </p:pic>
      <p:pic>
        <p:nvPicPr>
          <p:cNvPr id="19" name="Graphic 18" descr="Document with solid fill">
            <a:extLst>
              <a:ext uri="{FF2B5EF4-FFF2-40B4-BE49-F238E27FC236}">
                <a16:creationId xmlns:a16="http://schemas.microsoft.com/office/drawing/2014/main" id="{FCE80453-BE55-22F3-B0D2-E0B7EF0A644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143124" y="2351639"/>
            <a:ext cx="615696" cy="615696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9D0648B9-5945-BF27-E79D-CF40A9EF90CA}"/>
              </a:ext>
            </a:extLst>
          </p:cNvPr>
          <p:cNvSpPr txBox="1"/>
          <p:nvPr/>
        </p:nvSpPr>
        <p:spPr>
          <a:xfrm>
            <a:off x="6769519" y="3107174"/>
            <a:ext cx="653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Fails</a:t>
            </a:r>
          </a:p>
        </p:txBody>
      </p:sp>
      <p:sp>
        <p:nvSpPr>
          <p:cNvPr id="23" name="Multiplication Sign 22">
            <a:extLst>
              <a:ext uri="{FF2B5EF4-FFF2-40B4-BE49-F238E27FC236}">
                <a16:creationId xmlns:a16="http://schemas.microsoft.com/office/drawing/2014/main" id="{3DAE33E9-F498-323E-34D2-9FC8A43CF4EF}"/>
              </a:ext>
            </a:extLst>
          </p:cNvPr>
          <p:cNvSpPr/>
          <p:nvPr/>
        </p:nvSpPr>
        <p:spPr>
          <a:xfrm>
            <a:off x="6940635" y="3336669"/>
            <a:ext cx="310896" cy="369327"/>
          </a:xfrm>
          <a:prstGeom prst="mathMultiply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393FC90-CE5F-347E-6638-E5387A6C5481}"/>
              </a:ext>
            </a:extLst>
          </p:cNvPr>
          <p:cNvSpPr txBox="1"/>
          <p:nvPr/>
        </p:nvSpPr>
        <p:spPr>
          <a:xfrm>
            <a:off x="4839612" y="1220326"/>
            <a:ext cx="1316057" cy="369332"/>
          </a:xfrm>
          <a:prstGeom prst="rect">
            <a:avLst/>
          </a:prstGeom>
          <a:gradFill flip="none" rotWithShape="1">
            <a:gsLst>
              <a:gs pos="0">
                <a:srgbClr val="C00000">
                  <a:shade val="30000"/>
                  <a:satMod val="115000"/>
                </a:srgbClr>
              </a:gs>
              <a:gs pos="50000">
                <a:srgbClr val="C00000">
                  <a:shade val="67500"/>
                  <a:satMod val="115000"/>
                </a:srgbClr>
              </a:gs>
              <a:gs pos="100000">
                <a:srgbClr val="C00000">
                  <a:shade val="100000"/>
                  <a:satMod val="11500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Pymatgen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61C4ACA-02EC-D106-C546-8790EA1D5669}"/>
              </a:ext>
            </a:extLst>
          </p:cNvPr>
          <p:cNvCxnSpPr>
            <a:cxnSpLocks/>
          </p:cNvCxnSpPr>
          <p:nvPr/>
        </p:nvCxnSpPr>
        <p:spPr>
          <a:xfrm flipV="1">
            <a:off x="5437828" y="1719072"/>
            <a:ext cx="0" cy="537341"/>
          </a:xfrm>
          <a:prstGeom prst="straightConnector1">
            <a:avLst/>
          </a:prstGeom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8F10DBFE-C1DD-8184-9162-B25A93D43B0B}"/>
              </a:ext>
            </a:extLst>
          </p:cNvPr>
          <p:cNvCxnSpPr>
            <a:cxnSpLocks/>
          </p:cNvCxnSpPr>
          <p:nvPr/>
        </p:nvCxnSpPr>
        <p:spPr>
          <a:xfrm>
            <a:off x="6285172" y="1404992"/>
            <a:ext cx="1313492" cy="0"/>
          </a:xfrm>
          <a:prstGeom prst="straightConnector1">
            <a:avLst/>
          </a:prstGeom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BD65C78F-D6D4-F8B1-183B-E5DC2231A098}"/>
              </a:ext>
            </a:extLst>
          </p:cNvPr>
          <p:cNvSpPr txBox="1"/>
          <p:nvPr/>
        </p:nvSpPr>
        <p:spPr>
          <a:xfrm>
            <a:off x="7251531" y="1652783"/>
            <a:ext cx="1952619" cy="646331"/>
          </a:xfrm>
          <a:prstGeom prst="rect">
            <a:avLst/>
          </a:prstGeom>
          <a:gradFill flip="none" rotWithShape="1">
            <a:gsLst>
              <a:gs pos="0">
                <a:schemeClr val="dk1">
                  <a:lumMod val="67000"/>
                </a:schemeClr>
              </a:gs>
              <a:gs pos="48000">
                <a:schemeClr val="dk1">
                  <a:lumMod val="97000"/>
                  <a:lumOff val="3000"/>
                </a:schemeClr>
              </a:gs>
              <a:gs pos="100000">
                <a:schemeClr val="dk1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Symmetrized CIF</a:t>
            </a:r>
          </a:p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(Pm-3m)</a:t>
            </a:r>
          </a:p>
        </p:txBody>
      </p:sp>
      <p:pic>
        <p:nvPicPr>
          <p:cNvPr id="30" name="Graphic 29" descr="Document with solid fill">
            <a:extLst>
              <a:ext uri="{FF2B5EF4-FFF2-40B4-BE49-F238E27FC236}">
                <a16:creationId xmlns:a16="http://schemas.microsoft.com/office/drawing/2014/main" id="{812F593D-EEC3-4C0C-F852-7C4C4185F19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969371" y="1037087"/>
            <a:ext cx="615696" cy="615696"/>
          </a:xfrm>
          <a:prstGeom prst="rect">
            <a:avLst/>
          </a:prstGeom>
        </p:spPr>
      </p:pic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C4B43BAD-7379-9672-429C-9F9696E924C9}"/>
              </a:ext>
            </a:extLst>
          </p:cNvPr>
          <p:cNvCxnSpPr>
            <a:cxnSpLocks/>
          </p:cNvCxnSpPr>
          <p:nvPr/>
        </p:nvCxnSpPr>
        <p:spPr>
          <a:xfrm flipH="1">
            <a:off x="8277219" y="2351639"/>
            <a:ext cx="17478" cy="755535"/>
          </a:xfrm>
          <a:prstGeom prst="straightConnector1">
            <a:avLst/>
          </a:prstGeom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E37BF77A-B398-BEDB-6C02-6BDF6AA9E93E}"/>
              </a:ext>
            </a:extLst>
          </p:cNvPr>
          <p:cNvCxnSpPr>
            <a:cxnSpLocks/>
          </p:cNvCxnSpPr>
          <p:nvPr/>
        </p:nvCxnSpPr>
        <p:spPr>
          <a:xfrm flipV="1">
            <a:off x="8294697" y="3890665"/>
            <a:ext cx="0" cy="778512"/>
          </a:xfrm>
          <a:prstGeom prst="straightConnector1">
            <a:avLst/>
          </a:prstGeom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4E8210F-875A-0432-DEE9-4CDCC6665A7C}"/>
              </a:ext>
            </a:extLst>
          </p:cNvPr>
          <p:cNvCxnSpPr/>
          <p:nvPr/>
        </p:nvCxnSpPr>
        <p:spPr>
          <a:xfrm flipH="1">
            <a:off x="927166" y="4623457"/>
            <a:ext cx="7358387" cy="0"/>
          </a:xfrm>
          <a:prstGeom prst="line">
            <a:avLst/>
          </a:prstGeom>
          <a:ln w="571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118D9707-863F-75C3-1084-7D2A88F8AFD4}"/>
              </a:ext>
            </a:extLst>
          </p:cNvPr>
          <p:cNvCxnSpPr>
            <a:cxnSpLocks/>
          </p:cNvCxnSpPr>
          <p:nvPr/>
        </p:nvCxnSpPr>
        <p:spPr>
          <a:xfrm>
            <a:off x="942406" y="4209288"/>
            <a:ext cx="0" cy="414169"/>
          </a:xfrm>
          <a:prstGeom prst="line">
            <a:avLst/>
          </a:prstGeom>
          <a:ln w="571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8BDFA182-522E-8CF6-A43D-57BB0041731C}"/>
              </a:ext>
            </a:extLst>
          </p:cNvPr>
          <p:cNvCxnSpPr>
            <a:cxnSpLocks/>
          </p:cNvCxnSpPr>
          <p:nvPr/>
        </p:nvCxnSpPr>
        <p:spPr>
          <a:xfrm>
            <a:off x="9135052" y="3533388"/>
            <a:ext cx="639884" cy="0"/>
          </a:xfrm>
          <a:prstGeom prst="straightConnector1">
            <a:avLst/>
          </a:prstGeom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8" name="AutoShape 2">
            <a:extLst>
              <a:ext uri="{FF2B5EF4-FFF2-40B4-BE49-F238E27FC236}">
                <a16:creationId xmlns:a16="http://schemas.microsoft.com/office/drawing/2014/main" id="{F2B007B2-1D83-6F71-C166-6FFA99ED2C9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110065EC-3090-35B7-FDB9-C613E2DE751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41046" y="2437999"/>
            <a:ext cx="1860249" cy="1452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16695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28</Words>
  <Application>Microsoft Office PowerPoint</Application>
  <PresentationFormat>Widescreen</PresentationFormat>
  <Paragraphs>12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Times New Roman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Luke Menezes</dc:creator>
  <cp:lastModifiedBy>Luke Menezes</cp:lastModifiedBy>
  <cp:revision>1</cp:revision>
  <dcterms:created xsi:type="dcterms:W3CDTF">2026-02-05T18:10:58Z</dcterms:created>
  <dcterms:modified xsi:type="dcterms:W3CDTF">2026-02-05T18:33:29Z</dcterms:modified>
</cp:coreProperties>
</file>